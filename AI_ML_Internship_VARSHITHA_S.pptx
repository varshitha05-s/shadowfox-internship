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/ ML Internship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VARSHITHA S.</a:t>
            </a:r>
          </a:p>
          <a:p>
            <a:r>
              <a:t>Internship Program: ShadowFox Virtual Internship</a:t>
            </a:r>
          </a:p>
          <a:p>
            <a:r>
              <a:t>Domain: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Internship Provider: ShadowFox</a:t>
            </a:r>
          </a:p>
          <a:p>
            <a:r>
              <a:t>• Domain: AI / Machine Learning / NLP</a:t>
            </a:r>
          </a:p>
          <a:p>
            <a:r>
              <a:t>• Levels Completed: Beginner, Intermediate, Advanced</a:t>
            </a:r>
          </a:p>
          <a:p>
            <a:r>
              <a:t>• Focus: Practical implementation and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Beginner Level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Title:</a:t>
            </a:r>
          </a:p>
          <a:p>
            <a:r>
              <a:t>House Price Prediction using Machine Learning</a:t>
            </a:r>
          </a:p>
          <a:p/>
          <a:p>
            <a:r>
              <a:t>• Built a regression-based ML model</a:t>
            </a:r>
          </a:p>
          <a:p>
            <a:r>
              <a:t>• Learned data preprocessing and feature handling</a:t>
            </a:r>
          </a:p>
          <a:p>
            <a:r>
              <a:t>• Predicted house prices based on input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Intermediate Level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Title:</a:t>
            </a:r>
          </a:p>
          <a:p>
            <a:r>
              <a:t>Loan Approval Prediction System</a:t>
            </a:r>
          </a:p>
          <a:p/>
          <a:p>
            <a:r>
              <a:t>• Classification-based ML system</a:t>
            </a:r>
          </a:p>
          <a:p>
            <a:r>
              <a:t>• Analyzed applicant data</a:t>
            </a:r>
          </a:p>
          <a:p>
            <a:r>
              <a:t>• Predicted loan approval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Level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Title:</a:t>
            </a:r>
          </a:p>
          <a:p>
            <a:r>
              <a:t>Text Summarization using Transformer Models</a:t>
            </a:r>
          </a:p>
          <a:p/>
          <a:p>
            <a:r>
              <a:t>• Implemented NLP-based summarization system</a:t>
            </a:r>
          </a:p>
          <a:p>
            <a:r>
              <a:t>• Used Transformer model (BART)</a:t>
            </a:r>
          </a:p>
          <a:p>
            <a:r>
              <a:t>• Generated concise summaries from long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Google Colab</a:t>
            </a:r>
          </a:p>
          <a:p>
            <a:r>
              <a:t>• Scikit-learn</a:t>
            </a:r>
          </a:p>
          <a:p>
            <a:r>
              <a:t>• Hugging Face Transformers</a:t>
            </a:r>
          </a:p>
          <a:p>
            <a:r>
              <a:t>• Matplotlib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Understanding ML workflows</a:t>
            </a:r>
          </a:p>
          <a:p>
            <a:r>
              <a:t>• Data preprocessing and model evaluation</a:t>
            </a:r>
          </a:p>
          <a:p>
            <a:r>
              <a:t>• NLP and Transformer-based models</a:t>
            </a:r>
          </a:p>
          <a:p>
            <a:r>
              <a:t>• Real-world project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completed all internship levels</a:t>
            </a:r>
          </a:p>
          <a:p>
            <a:r>
              <a:t>• Gained hands-on experience in AI/ML and NLP</a:t>
            </a:r>
          </a:p>
          <a:p>
            <a:r>
              <a:t>• Improved problem-solving and technical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